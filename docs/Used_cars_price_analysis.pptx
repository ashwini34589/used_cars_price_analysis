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55" r:id="rId1"/>
  </p:sldMasterIdLst>
  <p:sldIdLst>
    <p:sldId id="256" r:id="rId2"/>
    <p:sldId id="257" r:id="rId3"/>
    <p:sldId id="258" r:id="rId4"/>
    <p:sldId id="259" r:id="rId5"/>
    <p:sldId id="260" r:id="rId6"/>
    <p:sldId id="276" r:id="rId7"/>
    <p:sldId id="261" r:id="rId8"/>
    <p:sldId id="263" r:id="rId9"/>
    <p:sldId id="274" r:id="rId10"/>
    <p:sldId id="264" r:id="rId11"/>
    <p:sldId id="265" r:id="rId12"/>
    <p:sldId id="266" r:id="rId13"/>
    <p:sldId id="267" r:id="rId14"/>
    <p:sldId id="268" r:id="rId15"/>
    <p:sldId id="269"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F86B13-BC1F-49D7-88F2-9ED02B7318C5}" v="28" dt="2026-02-05T09:47:15.7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dra Ashwini" userId="a19ba1c4333db0c7" providerId="LiveId" clId="{EE4FACB6-C8B2-40C9-BE82-2AB9AA50B5B5}"/>
    <pc:docChg chg="undo custSel modSld">
      <pc:chgData name="Rudra Ashwini" userId="a19ba1c4333db0c7" providerId="LiveId" clId="{EE4FACB6-C8B2-40C9-BE82-2AB9AA50B5B5}" dt="2026-02-05T10:37:47.467" v="267" actId="20577"/>
      <pc:docMkLst>
        <pc:docMk/>
      </pc:docMkLst>
      <pc:sldChg chg="delSp modSp mod">
        <pc:chgData name="Rudra Ashwini" userId="a19ba1c4333db0c7" providerId="LiveId" clId="{EE4FACB6-C8B2-40C9-BE82-2AB9AA50B5B5}" dt="2026-02-05T09:33:11.288" v="120" actId="14100"/>
        <pc:sldMkLst>
          <pc:docMk/>
          <pc:sldMk cId="0" sldId="256"/>
        </pc:sldMkLst>
        <pc:spChg chg="mod">
          <ac:chgData name="Rudra Ashwini" userId="a19ba1c4333db0c7" providerId="LiveId" clId="{EE4FACB6-C8B2-40C9-BE82-2AB9AA50B5B5}" dt="2026-02-05T09:33:11.288" v="120" actId="14100"/>
          <ac:spMkLst>
            <pc:docMk/>
            <pc:sldMk cId="0" sldId="256"/>
            <ac:spMk id="2" creationId="{00000000-0000-0000-0000-000000000000}"/>
          </ac:spMkLst>
        </pc:spChg>
        <pc:spChg chg="del mod">
          <ac:chgData name="Rudra Ashwini" userId="a19ba1c4333db0c7" providerId="LiveId" clId="{EE4FACB6-C8B2-40C9-BE82-2AB9AA50B5B5}" dt="2026-02-05T09:33:02.213" v="118" actId="21"/>
          <ac:spMkLst>
            <pc:docMk/>
            <pc:sldMk cId="0" sldId="256"/>
            <ac:spMk id="3" creationId="{00000000-0000-0000-0000-000000000000}"/>
          </ac:spMkLst>
        </pc:spChg>
      </pc:sldChg>
      <pc:sldChg chg="modSp mod">
        <pc:chgData name="Rudra Ashwini" userId="a19ba1c4333db0c7" providerId="LiveId" clId="{EE4FACB6-C8B2-40C9-BE82-2AB9AA50B5B5}" dt="2026-02-05T10:15:38.654" v="186" actId="20577"/>
        <pc:sldMkLst>
          <pc:docMk/>
          <pc:sldMk cId="0" sldId="257"/>
        </pc:sldMkLst>
        <pc:spChg chg="mod">
          <ac:chgData name="Rudra Ashwini" userId="a19ba1c4333db0c7" providerId="LiveId" clId="{EE4FACB6-C8B2-40C9-BE82-2AB9AA50B5B5}" dt="2026-02-02T08:14:11.908" v="90"/>
          <ac:spMkLst>
            <pc:docMk/>
            <pc:sldMk cId="0" sldId="257"/>
            <ac:spMk id="2" creationId="{00000000-0000-0000-0000-000000000000}"/>
          </ac:spMkLst>
        </pc:spChg>
        <pc:spChg chg="mod">
          <ac:chgData name="Rudra Ashwini" userId="a19ba1c4333db0c7" providerId="LiveId" clId="{EE4FACB6-C8B2-40C9-BE82-2AB9AA50B5B5}" dt="2026-02-05T10:15:38.654" v="186" actId="20577"/>
          <ac:spMkLst>
            <pc:docMk/>
            <pc:sldMk cId="0" sldId="257"/>
            <ac:spMk id="3" creationId="{00000000-0000-0000-0000-000000000000}"/>
          </ac:spMkLst>
        </pc:spChg>
      </pc:sldChg>
      <pc:sldChg chg="modSp mod">
        <pc:chgData name="Rudra Ashwini" userId="a19ba1c4333db0c7" providerId="LiveId" clId="{EE4FACB6-C8B2-40C9-BE82-2AB9AA50B5B5}" dt="2026-02-02T08:14:11.908" v="90"/>
        <pc:sldMkLst>
          <pc:docMk/>
          <pc:sldMk cId="0" sldId="258"/>
        </pc:sldMkLst>
        <pc:spChg chg="mod">
          <ac:chgData name="Rudra Ashwini" userId="a19ba1c4333db0c7" providerId="LiveId" clId="{EE4FACB6-C8B2-40C9-BE82-2AB9AA50B5B5}" dt="2026-02-02T08:14:11.908" v="90"/>
          <ac:spMkLst>
            <pc:docMk/>
            <pc:sldMk cId="0" sldId="258"/>
            <ac:spMk id="2" creationId="{00000000-0000-0000-0000-000000000000}"/>
          </ac:spMkLst>
        </pc:spChg>
        <pc:spChg chg="mod">
          <ac:chgData name="Rudra Ashwini" userId="a19ba1c4333db0c7" providerId="LiveId" clId="{EE4FACB6-C8B2-40C9-BE82-2AB9AA50B5B5}" dt="2026-02-02T08:14:11.908" v="90"/>
          <ac:spMkLst>
            <pc:docMk/>
            <pc:sldMk cId="0" sldId="258"/>
            <ac:spMk id="3" creationId="{00000000-0000-0000-0000-000000000000}"/>
          </ac:spMkLst>
        </pc:spChg>
      </pc:sldChg>
      <pc:sldChg chg="modSp mod">
        <pc:chgData name="Rudra Ashwini" userId="a19ba1c4333db0c7" providerId="LiveId" clId="{EE4FACB6-C8B2-40C9-BE82-2AB9AA50B5B5}" dt="2026-02-02T08:14:44.756" v="92" actId="255"/>
        <pc:sldMkLst>
          <pc:docMk/>
          <pc:sldMk cId="0" sldId="259"/>
        </pc:sldMkLst>
        <pc:spChg chg="mod">
          <ac:chgData name="Rudra Ashwini" userId="a19ba1c4333db0c7" providerId="LiveId" clId="{EE4FACB6-C8B2-40C9-BE82-2AB9AA50B5B5}" dt="2026-02-02T08:14:44.756" v="92" actId="255"/>
          <ac:spMkLst>
            <pc:docMk/>
            <pc:sldMk cId="0" sldId="259"/>
            <ac:spMk id="2" creationId="{00000000-0000-0000-0000-000000000000}"/>
          </ac:spMkLst>
        </pc:spChg>
        <pc:spChg chg="mod">
          <ac:chgData name="Rudra Ashwini" userId="a19ba1c4333db0c7" providerId="LiveId" clId="{EE4FACB6-C8B2-40C9-BE82-2AB9AA50B5B5}" dt="2026-02-02T08:14:11.908" v="90"/>
          <ac:spMkLst>
            <pc:docMk/>
            <pc:sldMk cId="0" sldId="259"/>
            <ac:spMk id="3" creationId="{00000000-0000-0000-0000-000000000000}"/>
          </ac:spMkLst>
        </pc:spChg>
      </pc:sldChg>
      <pc:sldChg chg="modSp mod">
        <pc:chgData name="Rudra Ashwini" userId="a19ba1c4333db0c7" providerId="LiveId" clId="{EE4FACB6-C8B2-40C9-BE82-2AB9AA50B5B5}" dt="2026-02-05T10:37:47.467" v="267" actId="20577"/>
        <pc:sldMkLst>
          <pc:docMk/>
          <pc:sldMk cId="0" sldId="260"/>
        </pc:sldMkLst>
        <pc:spChg chg="mod">
          <ac:chgData name="Rudra Ashwini" userId="a19ba1c4333db0c7" providerId="LiveId" clId="{EE4FACB6-C8B2-40C9-BE82-2AB9AA50B5B5}" dt="2026-02-02T08:15:06.856" v="94" actId="255"/>
          <ac:spMkLst>
            <pc:docMk/>
            <pc:sldMk cId="0" sldId="260"/>
            <ac:spMk id="2" creationId="{00000000-0000-0000-0000-000000000000}"/>
          </ac:spMkLst>
        </pc:spChg>
        <pc:spChg chg="mod">
          <ac:chgData name="Rudra Ashwini" userId="a19ba1c4333db0c7" providerId="LiveId" clId="{EE4FACB6-C8B2-40C9-BE82-2AB9AA50B5B5}" dt="2026-02-05T10:37:47.467" v="267" actId="20577"/>
          <ac:spMkLst>
            <pc:docMk/>
            <pc:sldMk cId="0" sldId="260"/>
            <ac:spMk id="3" creationId="{00000000-0000-0000-0000-000000000000}"/>
          </ac:spMkLst>
        </pc:spChg>
      </pc:sldChg>
      <pc:sldChg chg="modSp mod">
        <pc:chgData name="Rudra Ashwini" userId="a19ba1c4333db0c7" providerId="LiveId" clId="{EE4FACB6-C8B2-40C9-BE82-2AB9AA50B5B5}" dt="2026-02-02T08:15:46.432" v="98" actId="2711"/>
        <pc:sldMkLst>
          <pc:docMk/>
          <pc:sldMk cId="0" sldId="261"/>
        </pc:sldMkLst>
        <pc:spChg chg="mod">
          <ac:chgData name="Rudra Ashwini" userId="a19ba1c4333db0c7" providerId="LiveId" clId="{EE4FACB6-C8B2-40C9-BE82-2AB9AA50B5B5}" dt="2026-02-02T08:15:46.432" v="98" actId="2711"/>
          <ac:spMkLst>
            <pc:docMk/>
            <pc:sldMk cId="0" sldId="261"/>
            <ac:spMk id="2" creationId="{00000000-0000-0000-0000-000000000000}"/>
          </ac:spMkLst>
        </pc:spChg>
        <pc:spChg chg="mod">
          <ac:chgData name="Rudra Ashwini" userId="a19ba1c4333db0c7" providerId="LiveId" clId="{EE4FACB6-C8B2-40C9-BE82-2AB9AA50B5B5}" dt="2026-02-02T08:14:11.908" v="90"/>
          <ac:spMkLst>
            <pc:docMk/>
            <pc:sldMk cId="0" sldId="261"/>
            <ac:spMk id="3" creationId="{00000000-0000-0000-0000-000000000000}"/>
          </ac:spMkLst>
        </pc:spChg>
      </pc:sldChg>
      <pc:sldChg chg="modSp mod">
        <pc:chgData name="Rudra Ashwini" userId="a19ba1c4333db0c7" providerId="LiveId" clId="{EE4FACB6-C8B2-40C9-BE82-2AB9AA50B5B5}" dt="2026-02-02T08:16:12.058" v="101" actId="14100"/>
        <pc:sldMkLst>
          <pc:docMk/>
          <pc:sldMk cId="0" sldId="263"/>
        </pc:sldMkLst>
        <pc:spChg chg="mod">
          <ac:chgData name="Rudra Ashwini" userId="a19ba1c4333db0c7" providerId="LiveId" clId="{EE4FACB6-C8B2-40C9-BE82-2AB9AA50B5B5}" dt="2026-02-02T08:16:07.859" v="100" actId="255"/>
          <ac:spMkLst>
            <pc:docMk/>
            <pc:sldMk cId="0" sldId="263"/>
            <ac:spMk id="2" creationId="{00000000-0000-0000-0000-000000000000}"/>
          </ac:spMkLst>
        </pc:spChg>
        <pc:spChg chg="mod">
          <ac:chgData name="Rudra Ashwini" userId="a19ba1c4333db0c7" providerId="LiveId" clId="{EE4FACB6-C8B2-40C9-BE82-2AB9AA50B5B5}" dt="2026-02-02T08:16:12.058" v="101" actId="14100"/>
          <ac:spMkLst>
            <pc:docMk/>
            <pc:sldMk cId="0" sldId="263"/>
            <ac:spMk id="3" creationId="{00000000-0000-0000-0000-000000000000}"/>
          </ac:spMkLst>
        </pc:spChg>
      </pc:sldChg>
      <pc:sldChg chg="modSp mod">
        <pc:chgData name="Rudra Ashwini" userId="a19ba1c4333db0c7" providerId="LiveId" clId="{EE4FACB6-C8B2-40C9-BE82-2AB9AA50B5B5}" dt="2026-02-02T08:16:48.733" v="105" actId="255"/>
        <pc:sldMkLst>
          <pc:docMk/>
          <pc:sldMk cId="0" sldId="264"/>
        </pc:sldMkLst>
        <pc:spChg chg="mod">
          <ac:chgData name="Rudra Ashwini" userId="a19ba1c4333db0c7" providerId="LiveId" clId="{EE4FACB6-C8B2-40C9-BE82-2AB9AA50B5B5}" dt="2026-02-02T08:16:48.733" v="105" actId="255"/>
          <ac:spMkLst>
            <pc:docMk/>
            <pc:sldMk cId="0" sldId="264"/>
            <ac:spMk id="2" creationId="{00000000-0000-0000-0000-000000000000}"/>
          </ac:spMkLst>
        </pc:spChg>
        <pc:spChg chg="mod">
          <ac:chgData name="Rudra Ashwini" userId="a19ba1c4333db0c7" providerId="LiveId" clId="{EE4FACB6-C8B2-40C9-BE82-2AB9AA50B5B5}" dt="2026-02-02T08:14:11.908" v="90"/>
          <ac:spMkLst>
            <pc:docMk/>
            <pc:sldMk cId="0" sldId="264"/>
            <ac:spMk id="3" creationId="{00000000-0000-0000-0000-000000000000}"/>
          </ac:spMkLst>
        </pc:spChg>
      </pc:sldChg>
      <pc:sldChg chg="modSp mod">
        <pc:chgData name="Rudra Ashwini" userId="a19ba1c4333db0c7" providerId="LiveId" clId="{EE4FACB6-C8B2-40C9-BE82-2AB9AA50B5B5}" dt="2026-02-05T10:23:58.352" v="187" actId="2711"/>
        <pc:sldMkLst>
          <pc:docMk/>
          <pc:sldMk cId="0" sldId="265"/>
        </pc:sldMkLst>
        <pc:spChg chg="mod">
          <ac:chgData name="Rudra Ashwini" userId="a19ba1c4333db0c7" providerId="LiveId" clId="{EE4FACB6-C8B2-40C9-BE82-2AB9AA50B5B5}" dt="2026-02-02T08:17:03.019" v="107" actId="2711"/>
          <ac:spMkLst>
            <pc:docMk/>
            <pc:sldMk cId="0" sldId="265"/>
            <ac:spMk id="2" creationId="{00000000-0000-0000-0000-000000000000}"/>
          </ac:spMkLst>
        </pc:spChg>
        <pc:spChg chg="mod">
          <ac:chgData name="Rudra Ashwini" userId="a19ba1c4333db0c7" providerId="LiveId" clId="{EE4FACB6-C8B2-40C9-BE82-2AB9AA50B5B5}" dt="2026-02-05T10:23:58.352" v="187" actId="2711"/>
          <ac:spMkLst>
            <pc:docMk/>
            <pc:sldMk cId="0" sldId="265"/>
            <ac:spMk id="3" creationId="{00000000-0000-0000-0000-000000000000}"/>
          </ac:spMkLst>
        </pc:spChg>
      </pc:sldChg>
      <pc:sldChg chg="modSp mod">
        <pc:chgData name="Rudra Ashwini" userId="a19ba1c4333db0c7" providerId="LiveId" clId="{EE4FACB6-C8B2-40C9-BE82-2AB9AA50B5B5}" dt="2026-02-02T08:22:33.196" v="114" actId="20577"/>
        <pc:sldMkLst>
          <pc:docMk/>
          <pc:sldMk cId="0" sldId="266"/>
        </pc:sldMkLst>
        <pc:spChg chg="mod">
          <ac:chgData name="Rudra Ashwini" userId="a19ba1c4333db0c7" providerId="LiveId" clId="{EE4FACB6-C8B2-40C9-BE82-2AB9AA50B5B5}" dt="2026-02-02T08:17:16.055" v="109" actId="255"/>
          <ac:spMkLst>
            <pc:docMk/>
            <pc:sldMk cId="0" sldId="266"/>
            <ac:spMk id="2" creationId="{00000000-0000-0000-0000-000000000000}"/>
          </ac:spMkLst>
        </pc:spChg>
        <pc:spChg chg="mod">
          <ac:chgData name="Rudra Ashwini" userId="a19ba1c4333db0c7" providerId="LiveId" clId="{EE4FACB6-C8B2-40C9-BE82-2AB9AA50B5B5}" dt="2026-02-02T08:22:33.196" v="114" actId="20577"/>
          <ac:spMkLst>
            <pc:docMk/>
            <pc:sldMk cId="0" sldId="266"/>
            <ac:spMk id="3" creationId="{00000000-0000-0000-0000-000000000000}"/>
          </ac:spMkLst>
        </pc:spChg>
      </pc:sldChg>
      <pc:sldChg chg="modSp mod">
        <pc:chgData name="Rudra Ashwini" userId="a19ba1c4333db0c7" providerId="LiveId" clId="{EE4FACB6-C8B2-40C9-BE82-2AB9AA50B5B5}" dt="2026-02-02T08:17:35.497" v="111" actId="255"/>
        <pc:sldMkLst>
          <pc:docMk/>
          <pc:sldMk cId="0" sldId="267"/>
        </pc:sldMkLst>
        <pc:spChg chg="mod">
          <ac:chgData name="Rudra Ashwini" userId="a19ba1c4333db0c7" providerId="LiveId" clId="{EE4FACB6-C8B2-40C9-BE82-2AB9AA50B5B5}" dt="2026-02-02T08:17:35.497" v="111" actId="255"/>
          <ac:spMkLst>
            <pc:docMk/>
            <pc:sldMk cId="0" sldId="267"/>
            <ac:spMk id="2" creationId="{00000000-0000-0000-0000-000000000000}"/>
          </ac:spMkLst>
        </pc:spChg>
      </pc:sldChg>
      <pc:sldChg chg="modSp mod">
        <pc:chgData name="Rudra Ashwini" userId="a19ba1c4333db0c7" providerId="LiveId" clId="{EE4FACB6-C8B2-40C9-BE82-2AB9AA50B5B5}" dt="2026-02-02T08:17:54.123" v="113" actId="255"/>
        <pc:sldMkLst>
          <pc:docMk/>
          <pc:sldMk cId="0" sldId="268"/>
        </pc:sldMkLst>
        <pc:spChg chg="mod">
          <ac:chgData name="Rudra Ashwini" userId="a19ba1c4333db0c7" providerId="LiveId" clId="{EE4FACB6-C8B2-40C9-BE82-2AB9AA50B5B5}" dt="2026-02-02T08:17:54.123" v="113" actId="255"/>
          <ac:spMkLst>
            <pc:docMk/>
            <pc:sldMk cId="0" sldId="268"/>
            <ac:spMk id="2" creationId="{00000000-0000-0000-0000-000000000000}"/>
          </ac:spMkLst>
        </pc:spChg>
        <pc:spChg chg="mod">
          <ac:chgData name="Rudra Ashwini" userId="a19ba1c4333db0c7" providerId="LiveId" clId="{EE4FACB6-C8B2-40C9-BE82-2AB9AA50B5B5}" dt="2026-02-02T08:14:11.908" v="90"/>
          <ac:spMkLst>
            <pc:docMk/>
            <pc:sldMk cId="0" sldId="268"/>
            <ac:spMk id="3" creationId="{00000000-0000-0000-0000-000000000000}"/>
          </ac:spMkLst>
        </pc:spChg>
      </pc:sldChg>
      <pc:sldChg chg="modSp mod">
        <pc:chgData name="Rudra Ashwini" userId="a19ba1c4333db0c7" providerId="LiveId" clId="{EE4FACB6-C8B2-40C9-BE82-2AB9AA50B5B5}" dt="2026-02-02T08:13:06.828" v="69" actId="27636"/>
        <pc:sldMkLst>
          <pc:docMk/>
          <pc:sldMk cId="4256532075" sldId="269"/>
        </pc:sldMkLst>
        <pc:spChg chg="mod">
          <ac:chgData name="Rudra Ashwini" userId="a19ba1c4333db0c7" providerId="LiveId" clId="{EE4FACB6-C8B2-40C9-BE82-2AB9AA50B5B5}" dt="2026-02-02T08:13:06.828" v="69" actId="27636"/>
          <ac:spMkLst>
            <pc:docMk/>
            <pc:sldMk cId="4256532075" sldId="269"/>
            <ac:spMk id="3" creationId="{67628040-41C4-3CF1-8136-8E0B2A362685}"/>
          </ac:spMkLst>
        </pc:spChg>
      </pc:sldChg>
      <pc:sldChg chg="addSp delSp modSp mod">
        <pc:chgData name="Rudra Ashwini" userId="a19ba1c4333db0c7" providerId="LiveId" clId="{EE4FACB6-C8B2-40C9-BE82-2AB9AA50B5B5}" dt="2026-02-02T08:16:30.168" v="103" actId="255"/>
        <pc:sldMkLst>
          <pc:docMk/>
          <pc:sldMk cId="1295691460" sldId="274"/>
        </pc:sldMkLst>
        <pc:spChg chg="mod">
          <ac:chgData name="Rudra Ashwini" userId="a19ba1c4333db0c7" providerId="LiveId" clId="{EE4FACB6-C8B2-40C9-BE82-2AB9AA50B5B5}" dt="2026-02-02T08:16:30.168" v="103" actId="255"/>
          <ac:spMkLst>
            <pc:docMk/>
            <pc:sldMk cId="1295691460" sldId="274"/>
            <ac:spMk id="2" creationId="{DE985733-8FA0-F45A-A1BE-367CB30584D9}"/>
          </ac:spMkLst>
        </pc:spChg>
        <pc:picChg chg="add mod">
          <ac:chgData name="Rudra Ashwini" userId="a19ba1c4333db0c7" providerId="LiveId" clId="{EE4FACB6-C8B2-40C9-BE82-2AB9AA50B5B5}" dt="2026-02-02T08:10:54.266" v="5" actId="1076"/>
          <ac:picMkLst>
            <pc:docMk/>
            <pc:sldMk cId="1295691460" sldId="274"/>
            <ac:picMk id="6" creationId="{DF10C6D5-C16D-B11D-3DC8-6539D59D452E}"/>
          </ac:picMkLst>
        </pc:picChg>
      </pc:sldChg>
      <pc:sldChg chg="modSp mod">
        <pc:chgData name="Rudra Ashwini" userId="a19ba1c4333db0c7" providerId="LiveId" clId="{EE4FACB6-C8B2-40C9-BE82-2AB9AA50B5B5}" dt="2026-02-05T10:37:08.236" v="227" actId="20577"/>
        <pc:sldMkLst>
          <pc:docMk/>
          <pc:sldMk cId="1552341775" sldId="276"/>
        </pc:sldMkLst>
        <pc:spChg chg="mod">
          <ac:chgData name="Rudra Ashwini" userId="a19ba1c4333db0c7" providerId="LiveId" clId="{EE4FACB6-C8B2-40C9-BE82-2AB9AA50B5B5}" dt="2026-02-05T10:37:08.236" v="227" actId="20577"/>
          <ac:spMkLst>
            <pc:docMk/>
            <pc:sldMk cId="1552341775" sldId="276"/>
            <ac:spMk id="2" creationId="{72A3A713-B89E-2098-BE07-10CE7E5CC83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3134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848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2689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60029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7633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08082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58154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5717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5665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290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27935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7345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042298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67233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6252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52233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2/5/2026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93056894"/>
      </p:ext>
    </p:extLst>
  </p:cSld>
  <p:clrMap bg1="lt1" tx1="dk1" bg2="lt2" tx2="dk2" accent1="accent1" accent2="accent2" accent3="accent3" accent4="accent4" accent5="accent5" accent6="accent6" hlink="hlink" folHlink="folHlink"/>
  <p:sldLayoutIdLst>
    <p:sldLayoutId id="2147484056" r:id="rId1"/>
    <p:sldLayoutId id="2147484057" r:id="rId2"/>
    <p:sldLayoutId id="2147484058" r:id="rId3"/>
    <p:sldLayoutId id="2147484059" r:id="rId4"/>
    <p:sldLayoutId id="2147484060" r:id="rId5"/>
    <p:sldLayoutId id="2147484061" r:id="rId6"/>
    <p:sldLayoutId id="2147484062" r:id="rId7"/>
    <p:sldLayoutId id="2147484063" r:id="rId8"/>
    <p:sldLayoutId id="2147484064" r:id="rId9"/>
    <p:sldLayoutId id="2147484065" r:id="rId10"/>
    <p:sldLayoutId id="2147484066" r:id="rId11"/>
    <p:sldLayoutId id="2147484067" r:id="rId12"/>
    <p:sldLayoutId id="2147484068" r:id="rId13"/>
    <p:sldLayoutId id="2147484069" r:id="rId14"/>
    <p:sldLayoutId id="2147484070" r:id="rId15"/>
    <p:sldLayoutId id="214748407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cars24.co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2113" y="2873829"/>
            <a:ext cx="8186057" cy="1730828"/>
          </a:xfrm>
        </p:spPr>
        <p:txBody>
          <a:bodyPr/>
          <a:lstStyle/>
          <a:p>
            <a:r>
              <a:rPr lang="en-US" b="1" dirty="0">
                <a:latin typeface="Times New Roman" panose="02020603050405020304" pitchFamily="18" charset="0"/>
                <a:cs typeface="Times New Roman" panose="02020603050405020304" pitchFamily="18" charset="0"/>
              </a:rPr>
              <a:t>Used Cars Price Analysis</a:t>
            </a:r>
            <a:endParaRPr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C9031EA-0019-43B0-EF61-27DD9CEEF8AC}"/>
              </a:ext>
            </a:extLst>
          </p:cNvPr>
          <p:cNvSpPr txBox="1"/>
          <p:nvPr/>
        </p:nvSpPr>
        <p:spPr>
          <a:xfrm flipH="1">
            <a:off x="7119256" y="5797486"/>
            <a:ext cx="1850571"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R. Ashwini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424543" y="1774371"/>
            <a:ext cx="7206343" cy="4474029"/>
          </a:xfrm>
        </p:spPr>
        <p:txBody>
          <a:bodyPr>
            <a:normAutofit/>
          </a:bodyPr>
          <a:lstStyle/>
          <a:p>
            <a:r>
              <a:rPr lang="en-US" sz="2000" dirty="0">
                <a:latin typeface="Times New Roman" panose="02020603050405020304" pitchFamily="18" charset="0"/>
                <a:cs typeface="Times New Roman" panose="02020603050405020304" pitchFamily="18" charset="0"/>
              </a:rPr>
              <a:t>The used car market has grown rapidly due to rising vehicle costs and changing consumer preferences, with many buyers choosing pre-owned cars for better value.</a:t>
            </a:r>
          </a:p>
          <a:p>
            <a:r>
              <a:rPr lang="en-US" sz="2000" dirty="0">
                <a:latin typeface="Times New Roman" panose="02020603050405020304" pitchFamily="18" charset="0"/>
                <a:cs typeface="Times New Roman" panose="02020603050405020304" pitchFamily="18" charset="0"/>
              </a:rPr>
              <a:t> This project applies data cleaning, exploratory data analysis (EDA), and visualization techniques to convert raw data into meaningful insights on market trends and pricing patterns.</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lstStyle/>
          <a:p>
            <a:pPr lvl="0"/>
            <a:r>
              <a:rPr lang="en-IN" sz="2000" dirty="0">
                <a:latin typeface="Times New Roman" panose="02020603050405020304" pitchFamily="18" charset="0"/>
                <a:cs typeface="Times New Roman" panose="02020603050405020304" pitchFamily="18" charset="0"/>
              </a:rPr>
              <a:t>Understanding how car prices vary across different brands.</a:t>
            </a:r>
          </a:p>
          <a:p>
            <a:pPr lvl="0"/>
            <a:r>
              <a:rPr lang="en-IN" sz="2000" dirty="0">
                <a:latin typeface="Times New Roman" panose="02020603050405020304" pitchFamily="18" charset="0"/>
                <a:cs typeface="Times New Roman" panose="02020603050405020304" pitchFamily="18" charset="0"/>
              </a:rPr>
              <a:t>Identifying high-quality cars available at lower prices.</a:t>
            </a:r>
          </a:p>
          <a:p>
            <a:pPr lvl="0"/>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the influence of fuel type, distance driven, and manufacturing year on pricing.</a:t>
            </a:r>
          </a:p>
          <a:p>
            <a:pPr lvl="0"/>
            <a:r>
              <a:rPr lang="en-IN" sz="2000" dirty="0">
                <a:latin typeface="Times New Roman" panose="02020603050405020304" pitchFamily="18" charset="0"/>
                <a:cs typeface="Times New Roman" panose="02020603050405020304" pitchFamily="18" charset="0"/>
              </a:rPr>
              <a:t>Providing data-driven insights to support smarter purchasing decisions.</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primary objectives of this project are:</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To collect used car data using web scraping from trusted platforms.</a:t>
            </a:r>
          </a:p>
          <a:p>
            <a:pPr lvl="0"/>
            <a:r>
              <a:rPr lang="en-IN" sz="2000" dirty="0">
                <a:latin typeface="Times New Roman" panose="02020603050405020304" pitchFamily="18" charset="0"/>
                <a:cs typeface="Times New Roman" panose="02020603050405020304" pitchFamily="18" charset="0"/>
              </a:rPr>
              <a:t>To clean and preprocess the dataset for accurate analysis.</a:t>
            </a:r>
          </a:p>
          <a:p>
            <a:pPr lvl="0"/>
            <a:r>
              <a:rPr lang="en-IN" sz="2000" dirty="0">
                <a:latin typeface="Times New Roman" panose="02020603050405020304" pitchFamily="18" charset="0"/>
                <a:cs typeface="Times New Roman" panose="02020603050405020304" pitchFamily="18" charset="0"/>
              </a:rPr>
              <a:t>To perform exploratory data analysis to uncover trends and patterns.</a:t>
            </a:r>
          </a:p>
          <a:p>
            <a:pPr lvl="0"/>
            <a:r>
              <a:rPr lang="en-IN" sz="2000" dirty="0">
                <a:latin typeface="Times New Roman" panose="02020603050405020304" pitchFamily="18" charset="0"/>
                <a:cs typeface="Times New Roman" panose="02020603050405020304" pitchFamily="18" charset="0"/>
              </a:rPr>
              <a:t>To visualize key factors affecting used car prices.</a:t>
            </a:r>
          </a:p>
          <a:p>
            <a:pPr lvl="0"/>
            <a:r>
              <a:rPr lang="en-IN" sz="2000" dirty="0">
                <a:latin typeface="Times New Roman" panose="02020603050405020304" pitchFamily="18" charset="0"/>
                <a:cs typeface="Times New Roman" panose="02020603050405020304" pitchFamily="18" charset="0"/>
              </a:rPr>
              <a:t>To build an interactive dashboard for better decision-making.</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Data </a:t>
            </a:r>
            <a:r>
              <a:rPr lang="en-US" sz="2000">
                <a:latin typeface="Times New Roman" panose="02020603050405020304" pitchFamily="18" charset="0"/>
                <a:cs typeface="Times New Roman" panose="02020603050405020304" pitchFamily="18" charset="0"/>
              </a:rPr>
              <a:t>Collection </a:t>
            </a:r>
            <a:r>
              <a:rPr lang="en-US" sz="2000" dirty="0">
                <a:latin typeface="Times New Roman" panose="02020603050405020304" pitchFamily="18" charset="0"/>
                <a:cs typeface="Times New Roman" panose="02020603050405020304" pitchFamily="18" charset="0"/>
              </a:rPr>
              <a:t>f</a:t>
            </a:r>
            <a:r>
              <a:rPr lang="en-US" sz="2000">
                <a:latin typeface="Times New Roman" panose="02020603050405020304" pitchFamily="18" charset="0"/>
                <a:cs typeface="Times New Roman" panose="02020603050405020304" pitchFamily="18" charset="0"/>
              </a:rPr>
              <a:t>rom </a:t>
            </a:r>
            <a:r>
              <a:rPr lang="en-US" sz="2000" dirty="0">
                <a:latin typeface="Times New Roman" panose="02020603050405020304" pitchFamily="18" charset="0"/>
                <a:cs typeface="Times New Roman" panose="02020603050405020304" pitchFamily="18" charset="0"/>
              </a:rPr>
              <a:t>Web</a:t>
            </a:r>
            <a:endParaRPr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Data Cleaning and EDA</a:t>
            </a:r>
            <a:endParaRPr sz="2000" dirty="0">
              <a:latin typeface="Times New Roman" panose="02020603050405020304" pitchFamily="18" charset="0"/>
              <a:cs typeface="Times New Roman" panose="02020603050405020304" pitchFamily="18" charset="0"/>
            </a:endParaRPr>
          </a:p>
          <a:p>
            <a:r>
              <a:rPr sz="2000" dirty="0">
                <a:latin typeface="Times New Roman" panose="02020603050405020304" pitchFamily="18" charset="0"/>
                <a:cs typeface="Times New Roman" panose="02020603050405020304" pitchFamily="18" charset="0"/>
              </a:rPr>
              <a:t>Data Visualization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3A713-B89E-2098-BE07-10CE7E5CC83F}"/>
              </a:ext>
            </a:extLst>
          </p:cNvPr>
          <p:cNvSpPr>
            <a:spLocks noGrp="1"/>
          </p:cNvSpPr>
          <p:nvPr>
            <p:ph type="title"/>
          </p:nvPr>
        </p:nvSpPr>
        <p:spPr/>
        <p:txBody>
          <a:bodyPr/>
          <a:lstStyle/>
          <a:p>
            <a:r>
              <a:rPr lang="en-US" sz="4000" dirty="0">
                <a:latin typeface="Times New Roman" panose="02020603050405020304" pitchFamily="18" charset="0"/>
                <a:cs typeface="Times New Roman" panose="02020603050405020304" pitchFamily="18" charset="0"/>
              </a:rPr>
              <a:t>Data Collection From Web</a:t>
            </a:r>
            <a:br>
              <a:rPr lang="en-US" dirty="0"/>
            </a:br>
            <a:endParaRPr lang="en-IN" dirty="0"/>
          </a:p>
        </p:txBody>
      </p:sp>
      <p:sp>
        <p:nvSpPr>
          <p:cNvPr id="3" name="Content Placeholder 2">
            <a:extLst>
              <a:ext uri="{FF2B5EF4-FFF2-40B4-BE49-F238E27FC236}">
                <a16:creationId xmlns:a16="http://schemas.microsoft.com/office/drawing/2014/main" id="{92962E09-3376-0883-DA95-4A63C20BC4B8}"/>
              </a:ext>
            </a:extLst>
          </p:cNvPr>
          <p:cNvSpPr>
            <a:spLocks noGrp="1"/>
          </p:cNvSpPr>
          <p:nvPr>
            <p:ph idx="1"/>
          </p:nvPr>
        </p:nvSpPr>
        <p:spPr>
          <a:xfrm>
            <a:off x="609599" y="1709058"/>
            <a:ext cx="6347714" cy="4332306"/>
          </a:xfrm>
        </p:spPr>
        <p:txBody>
          <a:bodyPr>
            <a:normAutofit/>
          </a:bodyPr>
          <a:lstStyle/>
          <a:p>
            <a:pPr marL="0" lvl="0" indent="0">
              <a:buNone/>
            </a:pPr>
            <a:r>
              <a:rPr lang="en-IN" sz="2000" dirty="0">
                <a:latin typeface="Times New Roman" panose="02020603050405020304" pitchFamily="18" charset="0"/>
                <a:cs typeface="Times New Roman" panose="02020603050405020304" pitchFamily="18" charset="0"/>
              </a:rPr>
              <a:t>Data was gathered through web scraping from reputable used car websites.</a:t>
            </a:r>
          </a:p>
          <a:p>
            <a:pPr lvl="0"/>
            <a:r>
              <a:rPr lang="en-IN" sz="2000" dirty="0">
                <a:latin typeface="Times New Roman" panose="02020603050405020304" pitchFamily="18" charset="0"/>
                <a:cs typeface="Times New Roman" panose="02020603050405020304" pitchFamily="18" charset="0"/>
              </a:rPr>
              <a:t>Important attributes collected include:</a:t>
            </a:r>
          </a:p>
          <a:p>
            <a:pPr lvl="1"/>
            <a:r>
              <a:rPr lang="en-IN" sz="2000" dirty="0">
                <a:latin typeface="Times New Roman" panose="02020603050405020304" pitchFamily="18" charset="0"/>
                <a:cs typeface="Times New Roman" panose="02020603050405020304" pitchFamily="18" charset="0"/>
              </a:rPr>
              <a:t>Brand</a:t>
            </a:r>
          </a:p>
          <a:p>
            <a:pPr lvl="1"/>
            <a:r>
              <a:rPr lang="en-IN" sz="2000" dirty="0">
                <a:latin typeface="Times New Roman" panose="02020603050405020304" pitchFamily="18" charset="0"/>
                <a:cs typeface="Times New Roman" panose="02020603050405020304" pitchFamily="18" charset="0"/>
              </a:rPr>
              <a:t>Price</a:t>
            </a:r>
          </a:p>
          <a:p>
            <a:pPr lvl="1"/>
            <a:r>
              <a:rPr lang="en-IN" sz="2000" dirty="0">
                <a:latin typeface="Times New Roman" panose="02020603050405020304" pitchFamily="18" charset="0"/>
                <a:cs typeface="Times New Roman" panose="02020603050405020304" pitchFamily="18" charset="0"/>
              </a:rPr>
              <a:t>Fuel Type</a:t>
            </a:r>
          </a:p>
          <a:p>
            <a:pPr lvl="1"/>
            <a:r>
              <a:rPr lang="en-IN" sz="2000" dirty="0">
                <a:latin typeface="Times New Roman" panose="02020603050405020304" pitchFamily="18" charset="0"/>
                <a:cs typeface="Times New Roman" panose="02020603050405020304" pitchFamily="18" charset="0"/>
              </a:rPr>
              <a:t>Manufacturing Year</a:t>
            </a:r>
          </a:p>
          <a:p>
            <a:pPr lvl="1"/>
            <a:r>
              <a:rPr lang="en-IN" sz="2000" dirty="0">
                <a:latin typeface="Times New Roman" panose="02020603050405020304" pitchFamily="18" charset="0"/>
                <a:cs typeface="Times New Roman" panose="02020603050405020304" pitchFamily="18" charset="0"/>
              </a:rPr>
              <a:t>Distance Driven</a:t>
            </a:r>
          </a:p>
          <a:p>
            <a:pPr lvl="1"/>
            <a:r>
              <a:rPr lang="en-IN" sz="2000" dirty="0">
                <a:latin typeface="Times New Roman" panose="02020603050405020304" pitchFamily="18" charset="0"/>
                <a:cs typeface="Times New Roman" panose="02020603050405020304" pitchFamily="18" charset="0"/>
              </a:rPr>
              <a:t>EMI</a:t>
            </a:r>
          </a:p>
          <a:p>
            <a:pPr lvl="1"/>
            <a:r>
              <a:rPr lang="en-IN" sz="2000" dirty="0">
                <a:latin typeface="Times New Roman" panose="02020603050405020304" pitchFamily="18" charset="0"/>
                <a:cs typeface="Times New Roman" panose="02020603050405020304" pitchFamily="18" charset="0"/>
              </a:rPr>
              <a:t>City</a:t>
            </a:r>
          </a:p>
          <a:p>
            <a:endParaRPr lang="en-IN" dirty="0"/>
          </a:p>
        </p:txBody>
      </p:sp>
    </p:spTree>
    <p:extLst>
      <p:ext uri="{BB962C8B-B14F-4D97-AF65-F5344CB8AC3E}">
        <p14:creationId xmlns:p14="http://schemas.microsoft.com/office/powerpoint/2010/main" val="155234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anose="02020603050405020304" pitchFamily="18" charset="0"/>
                <a:cs typeface="Times New Roman" panose="02020603050405020304" pitchFamily="18" charset="0"/>
              </a:rPr>
              <a:t>Data Cleaning</a:t>
            </a:r>
            <a:r>
              <a:rPr lang="en-US" sz="4000" dirty="0">
                <a:latin typeface="Times New Roman" panose="02020603050405020304" pitchFamily="18" charset="0"/>
                <a:cs typeface="Times New Roman" panose="02020603050405020304" pitchFamily="18" charset="0"/>
              </a:rPr>
              <a:t> and EDA</a:t>
            </a:r>
            <a:endParaRPr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lvl="0"/>
            <a:r>
              <a:rPr lang="en-IN" sz="2000" dirty="0">
                <a:latin typeface="Times New Roman" panose="02020603050405020304" pitchFamily="18" charset="0"/>
                <a:cs typeface="Times New Roman" panose="02020603050405020304" pitchFamily="18" charset="0"/>
              </a:rPr>
              <a:t>Removed duplicate records.</a:t>
            </a:r>
          </a:p>
          <a:p>
            <a:pPr lvl="0"/>
            <a:r>
              <a:rPr lang="en-IN" sz="2000" dirty="0">
                <a:latin typeface="Times New Roman" panose="02020603050405020304" pitchFamily="18" charset="0"/>
                <a:cs typeface="Times New Roman" panose="02020603050405020304" pitchFamily="18" charset="0"/>
              </a:rPr>
              <a:t>Handled missing and inconsistent values.</a:t>
            </a:r>
          </a:p>
          <a:p>
            <a:pPr lvl="0"/>
            <a:r>
              <a:rPr lang="en-IN" sz="2000" dirty="0">
                <a:latin typeface="Times New Roman" panose="02020603050405020304" pitchFamily="18" charset="0"/>
                <a:cs typeface="Times New Roman" panose="02020603050405020304" pitchFamily="18" charset="0"/>
              </a:rPr>
              <a:t>Eliminated unrealistic price outliers.</a:t>
            </a:r>
          </a:p>
          <a:p>
            <a:pPr lvl="0"/>
            <a:r>
              <a:rPr lang="en-IN" sz="2000" dirty="0">
                <a:latin typeface="Times New Roman" panose="02020603050405020304" pitchFamily="18" charset="0"/>
                <a:cs typeface="Times New Roman" panose="02020603050405020304" pitchFamily="18" charset="0"/>
              </a:rPr>
              <a:t>Converted columns into appropriate data types.</a:t>
            </a:r>
          </a:p>
          <a:p>
            <a:pPr lvl="0"/>
            <a:r>
              <a:rPr lang="en-IN" sz="2000" dirty="0">
                <a:latin typeface="Times New Roman" panose="02020603050405020304" pitchFamily="18" charset="0"/>
                <a:cs typeface="Times New Roman" panose="02020603050405020304" pitchFamily="18" charset="0"/>
              </a:rPr>
              <a:t>Standardized brand names and fuel categories.</a:t>
            </a:r>
          </a:p>
          <a:p>
            <a:pPr lvl="0"/>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Tools Used: </a:t>
            </a:r>
            <a:r>
              <a:rPr lang="en-US" sz="2000" dirty="0" err="1">
                <a:latin typeface="Times New Roman" panose="02020603050405020304" pitchFamily="18" charset="0"/>
                <a:cs typeface="Times New Roman" panose="02020603050405020304" pitchFamily="18" charset="0"/>
              </a:rPr>
              <a:t>Jupyter</a:t>
            </a:r>
            <a:r>
              <a:rPr lang="en-US" sz="2000" dirty="0">
                <a:latin typeface="Times New Roman" panose="02020603050405020304" pitchFamily="18" charset="0"/>
                <a:cs typeface="Times New Roman" panose="02020603050405020304" pitchFamily="18" charset="0"/>
              </a:rPr>
              <a:t> Notebook</a:t>
            </a:r>
            <a:endParaRPr lang="en-IN" sz="2000"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anose="02020603050405020304" pitchFamily="18" charset="0"/>
                <a:cs typeface="Times New Roman" panose="02020603050405020304" pitchFamily="18" charset="0"/>
              </a:rPr>
              <a:t>Data Visualization</a:t>
            </a:r>
          </a:p>
        </p:txBody>
      </p:sp>
      <p:sp>
        <p:nvSpPr>
          <p:cNvPr id="3" name="Content Placeholder 2"/>
          <p:cNvSpPr>
            <a:spLocks noGrp="1"/>
          </p:cNvSpPr>
          <p:nvPr>
            <p:ph idx="1"/>
          </p:nvPr>
        </p:nvSpPr>
        <p:spPr>
          <a:xfrm>
            <a:off x="609599" y="1839686"/>
            <a:ext cx="6347714" cy="4201677"/>
          </a:xfrm>
        </p:spPr>
        <p:txBody>
          <a:bodyPr/>
          <a:lstStyle/>
          <a:p>
            <a:pPr marL="0" indent="0">
              <a:buNone/>
            </a:pPr>
            <a:r>
              <a:rPr lang="en-IN" sz="2000" dirty="0">
                <a:latin typeface="Times New Roman" panose="02020603050405020304" pitchFamily="18" charset="0"/>
                <a:cs typeface="Times New Roman" panose="02020603050405020304" pitchFamily="18" charset="0"/>
              </a:rPr>
              <a:t>Power BI were used to create dashboards showing:</a:t>
            </a:r>
          </a:p>
          <a:p>
            <a:pPr lvl="0"/>
            <a:r>
              <a:rPr lang="en-US" sz="2000" dirty="0">
                <a:latin typeface="Times New Roman" panose="02020603050405020304" pitchFamily="18" charset="0"/>
                <a:cs typeface="Times New Roman" panose="02020603050405020304" pitchFamily="18" charset="0"/>
              </a:rPr>
              <a:t>Average Price by Brand</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Distance vs Price</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Fuel Type Distribution</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Price Trends by Manufacturing Year</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Price Distribution by City</a:t>
            </a:r>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Tools Used: Power BI</a:t>
            </a:r>
            <a:endParaRPr lang="en-IN" sz="2000"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85733-8FA0-F45A-A1BE-367CB30584D9}"/>
              </a:ext>
            </a:extLst>
          </p:cNvPr>
          <p:cNvSpPr>
            <a:spLocks noGrp="1"/>
          </p:cNvSpPr>
          <p:nvPr>
            <p:ph type="title"/>
          </p:nvPr>
        </p:nvSpPr>
        <p:spPr>
          <a:xfrm>
            <a:off x="261257" y="609600"/>
            <a:ext cx="6696055" cy="1320800"/>
          </a:xfrm>
        </p:spPr>
        <p:txBody>
          <a:bodyPr>
            <a:normAutofit/>
          </a:bodyPr>
          <a:lstStyle/>
          <a:p>
            <a:r>
              <a:rPr lang="en-US" sz="4000" dirty="0">
                <a:latin typeface="Times New Roman" panose="02020603050405020304" pitchFamily="18" charset="0"/>
                <a:cs typeface="Times New Roman" panose="02020603050405020304" pitchFamily="18" charset="0"/>
              </a:rPr>
              <a:t>Dashboard</a:t>
            </a:r>
            <a:endParaRPr lang="en-IN" sz="4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F10C6D5-C16D-B11D-3DC8-6539D59D452E}"/>
              </a:ext>
            </a:extLst>
          </p:cNvPr>
          <p:cNvPicPr>
            <a:picLocks noChangeAspect="1"/>
          </p:cNvPicPr>
          <p:nvPr/>
        </p:nvPicPr>
        <p:blipFill>
          <a:blip r:embed="rId2"/>
          <a:stretch>
            <a:fillRect/>
          </a:stretch>
        </p:blipFill>
        <p:spPr>
          <a:xfrm>
            <a:off x="261257" y="1587809"/>
            <a:ext cx="7284068" cy="4051536"/>
          </a:xfrm>
          <a:prstGeom prst="rect">
            <a:avLst/>
          </a:prstGeom>
        </p:spPr>
      </p:pic>
    </p:spTree>
    <p:extLst>
      <p:ext uri="{BB962C8B-B14F-4D97-AF65-F5344CB8AC3E}">
        <p14:creationId xmlns:p14="http://schemas.microsoft.com/office/powerpoint/2010/main" val="1295691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anose="02020603050405020304" pitchFamily="18" charset="0"/>
                <a:cs typeface="Times New Roman" panose="02020603050405020304" pitchFamily="18" charset="0"/>
              </a:rPr>
              <a:t>Key Findings</a:t>
            </a:r>
          </a:p>
        </p:txBody>
      </p:sp>
      <p:sp>
        <p:nvSpPr>
          <p:cNvPr id="3" name="Content Placeholder 2"/>
          <p:cNvSpPr>
            <a:spLocks noGrp="1"/>
          </p:cNvSpPr>
          <p:nvPr>
            <p:ph idx="1"/>
          </p:nvPr>
        </p:nvSpPr>
        <p:spPr/>
        <p:txBody>
          <a:bodyPr>
            <a:normAutofit lnSpcReduction="10000"/>
          </a:bodyPr>
          <a:lstStyle/>
          <a:p>
            <a:pPr lvl="0"/>
            <a:r>
              <a:rPr lang="en-IN" sz="2000" dirty="0">
                <a:latin typeface="Times New Roman" panose="02020603050405020304" pitchFamily="18" charset="0"/>
                <a:cs typeface="Times New Roman" panose="02020603050405020304" pitchFamily="18" charset="0"/>
              </a:rPr>
              <a:t>Used car prices vary significantly across different brands, with premium brands maintaining higher resale value.</a:t>
            </a:r>
          </a:p>
          <a:p>
            <a:pPr lvl="0"/>
            <a:r>
              <a:rPr lang="en-IN" sz="2000" dirty="0">
                <a:latin typeface="Times New Roman" panose="02020603050405020304" pitchFamily="18" charset="0"/>
                <a:cs typeface="Times New Roman" panose="02020603050405020304" pitchFamily="18" charset="0"/>
              </a:rPr>
              <a:t>Petrol cars dominate the used car market compared to diesel and other fuel types.</a:t>
            </a:r>
          </a:p>
          <a:p>
            <a:pPr lvl="0"/>
            <a:r>
              <a:rPr lang="en-IN" sz="2000" dirty="0">
                <a:latin typeface="Times New Roman" panose="02020603050405020304" pitchFamily="18" charset="0"/>
                <a:cs typeface="Times New Roman" panose="02020603050405020304" pitchFamily="18" charset="0"/>
              </a:rPr>
              <a:t>Cars with lower </a:t>
            </a:r>
            <a:r>
              <a:rPr lang="en-IN" sz="2000" dirty="0" err="1">
                <a:latin typeface="Times New Roman" panose="02020603050405020304" pitchFamily="18" charset="0"/>
                <a:cs typeface="Times New Roman" panose="02020603050405020304" pitchFamily="18" charset="0"/>
              </a:rPr>
              <a:t>kilometers</a:t>
            </a:r>
            <a:r>
              <a:rPr lang="en-IN" sz="2000" dirty="0">
                <a:latin typeface="Times New Roman" panose="02020603050405020304" pitchFamily="18" charset="0"/>
                <a:cs typeface="Times New Roman" panose="02020603050405020304" pitchFamily="18" charset="0"/>
              </a:rPr>
              <a:t> driven are generally priced higher than high-usage vehicles.</a:t>
            </a:r>
          </a:p>
          <a:p>
            <a:pPr lvl="0"/>
            <a:r>
              <a:rPr lang="en-IN" sz="2000" dirty="0">
                <a:latin typeface="Times New Roman" panose="02020603050405020304" pitchFamily="18" charset="0"/>
                <a:cs typeface="Times New Roman" panose="02020603050405020304" pitchFamily="18" charset="0"/>
              </a:rPr>
              <a:t>Newer manufacturing year cars command higher prices in the resale market.</a:t>
            </a:r>
          </a:p>
          <a:p>
            <a:pPr lvl="0"/>
            <a:r>
              <a:rPr lang="en-IN" sz="2000" dirty="0">
                <a:latin typeface="Times New Roman" panose="02020603050405020304" pitchFamily="18" charset="0"/>
                <a:cs typeface="Times New Roman" panose="02020603050405020304" pitchFamily="18" charset="0"/>
              </a:rPr>
              <a:t>EMI availability increases affordability and attracts more buyers in mid-price segments.</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anose="02020603050405020304" pitchFamily="18" charset="0"/>
                <a:cs typeface="Times New Roman" panose="02020603050405020304" pitchFamily="18" charset="0"/>
              </a:rPr>
              <a:t>Key Insights</a:t>
            </a:r>
          </a:p>
        </p:txBody>
      </p:sp>
      <p:sp>
        <p:nvSpPr>
          <p:cNvPr id="3" name="Content Placeholder 2"/>
          <p:cNvSpPr>
            <a:spLocks noGrp="1"/>
          </p:cNvSpPr>
          <p:nvPr>
            <p:ph idx="1"/>
          </p:nvPr>
        </p:nvSpPr>
        <p:spPr>
          <a:xfrm>
            <a:off x="609598" y="2160591"/>
            <a:ext cx="7097487" cy="3793896"/>
          </a:xfrm>
        </p:spPr>
        <p:txBody>
          <a:bodyPr>
            <a:normAutofit/>
          </a:bodyPr>
          <a:lstStyle/>
          <a:p>
            <a:pPr lvl="0"/>
            <a:r>
              <a:rPr lang="en-IN" sz="2000" dirty="0">
                <a:latin typeface="Times New Roman" panose="02020603050405020304" pitchFamily="18" charset="0"/>
                <a:cs typeface="Times New Roman" panose="02020603050405020304" pitchFamily="18" charset="0"/>
              </a:rPr>
              <a:t>Buyers can get better value by choosing reliable mid-range brands instead of premium brands.</a:t>
            </a:r>
          </a:p>
          <a:p>
            <a:pPr lvl="0"/>
            <a:r>
              <a:rPr lang="en-IN" sz="2000" dirty="0">
                <a:latin typeface="Times New Roman" panose="02020603050405020304" pitchFamily="18" charset="0"/>
                <a:cs typeface="Times New Roman" panose="02020603050405020304" pitchFamily="18" charset="0"/>
              </a:rPr>
              <a:t>Petrol cars are the most practical and easily available option for urban buyers.</a:t>
            </a:r>
          </a:p>
          <a:p>
            <a:pPr lvl="0"/>
            <a:r>
              <a:rPr lang="en-IN" sz="2000" dirty="0">
                <a:latin typeface="Times New Roman" panose="02020603050405020304" pitchFamily="18" charset="0"/>
                <a:cs typeface="Times New Roman" panose="02020603050405020304" pitchFamily="18" charset="0"/>
              </a:rPr>
              <a:t>Selecting cars with moderate mileage offers a balance between price and condition.</a:t>
            </a:r>
          </a:p>
          <a:p>
            <a:pPr lvl="0"/>
            <a:r>
              <a:rPr lang="en-IN" sz="2000" dirty="0">
                <a:latin typeface="Times New Roman" panose="02020603050405020304" pitchFamily="18" charset="0"/>
                <a:cs typeface="Times New Roman" panose="02020603050405020304" pitchFamily="18" charset="0"/>
              </a:rPr>
              <a:t>EMI options make higher-priced used cars accessible to a wider audience.</a:t>
            </a:r>
          </a:p>
          <a:p>
            <a:pPr lvl="0"/>
            <a:r>
              <a:rPr lang="en-IN" sz="2000" dirty="0">
                <a:latin typeface="Times New Roman" panose="02020603050405020304" pitchFamily="18" charset="0"/>
                <a:cs typeface="Times New Roman" panose="02020603050405020304" pitchFamily="18" charset="0"/>
              </a:rPr>
              <a:t>Data-driven analysis helps identify fair pricing and avoid overvalued listings.</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anose="02020603050405020304" pitchFamily="18" charset="0"/>
                <a:cs typeface="Times New Roman" panose="02020603050405020304" pitchFamily="18" charset="0"/>
              </a:rPr>
              <a:t>Challenges Faced</a:t>
            </a:r>
          </a:p>
        </p:txBody>
      </p:sp>
      <p:sp>
        <p:nvSpPr>
          <p:cNvPr id="3" name="Content Placeholder 2"/>
          <p:cNvSpPr>
            <a:spLocks noGrp="1"/>
          </p:cNvSpPr>
          <p:nvPr>
            <p:ph idx="1"/>
          </p:nvPr>
        </p:nvSpPr>
        <p:spPr/>
        <p:txBody>
          <a:bodyPr>
            <a:normAutofit/>
          </a:bodyPr>
          <a:lstStyle/>
          <a:p>
            <a:pPr lvl="0"/>
            <a:r>
              <a:rPr lang="en-IN" sz="2000" dirty="0">
                <a:latin typeface="Times New Roman" panose="02020603050405020304" pitchFamily="18" charset="0"/>
                <a:cs typeface="Times New Roman" panose="02020603050405020304" pitchFamily="18" charset="0"/>
              </a:rPr>
              <a:t>Extracting data through web scraping was complex due to dynamic website structures.</a:t>
            </a:r>
          </a:p>
          <a:p>
            <a:pPr lvl="0"/>
            <a:r>
              <a:rPr lang="en-IN" sz="2000" dirty="0">
                <a:latin typeface="Times New Roman" panose="02020603050405020304" pitchFamily="18" charset="0"/>
                <a:cs typeface="Times New Roman" panose="02020603050405020304" pitchFamily="18" charset="0"/>
              </a:rPr>
              <a:t>Some listings contained missing or inconsistent values.</a:t>
            </a:r>
          </a:p>
          <a:p>
            <a:pPr lvl="0"/>
            <a:r>
              <a:rPr lang="en-IN" sz="2000" dirty="0">
                <a:latin typeface="Times New Roman" panose="02020603050405020304" pitchFamily="18" charset="0"/>
                <a:cs typeface="Times New Roman" panose="02020603050405020304" pitchFamily="18" charset="0"/>
              </a:rPr>
              <a:t>Detecting and removing price outliers required careful filtering.</a:t>
            </a:r>
          </a:p>
          <a:p>
            <a:pPr lvl="0"/>
            <a:r>
              <a:rPr lang="en-IN" sz="2000" dirty="0">
                <a:latin typeface="Times New Roman" panose="02020603050405020304" pitchFamily="18" charset="0"/>
                <a:cs typeface="Times New Roman" panose="02020603050405020304" pitchFamily="18" charset="0"/>
              </a:rPr>
              <a:t>Combining datasets from multiple cities required additional preprocessing.</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609599" y="2160590"/>
            <a:ext cx="6912430" cy="3880773"/>
          </a:xfrm>
        </p:spPr>
        <p:txBody>
          <a:bodyPr/>
          <a:lstStyle/>
          <a:p>
            <a:pPr marL="0" indent="0">
              <a:buNone/>
            </a:pPr>
            <a:r>
              <a:rPr lang="en-IN" sz="2000" dirty="0">
                <a:latin typeface="Times New Roman" panose="02020603050405020304" pitchFamily="18" charset="0"/>
                <a:cs typeface="Times New Roman" panose="02020603050405020304" pitchFamily="18" charset="0"/>
              </a:rPr>
              <a:t>         The Used Cars Price Analysis project successfully identified the major factors influencing used car prices. By leveraging web scraping, data preprocessing, and visualization techniques, the project converted raw data into actionable insights.</a:t>
            </a:r>
          </a:p>
          <a:p>
            <a:pPr marL="0" indent="0">
              <a:buNone/>
            </a:pPr>
            <a:r>
              <a:rPr lang="en-IN" sz="2000" dirty="0">
                <a:latin typeface="Times New Roman" panose="02020603050405020304" pitchFamily="18" charset="0"/>
                <a:cs typeface="Times New Roman" panose="02020603050405020304" pitchFamily="18" charset="0"/>
              </a:rPr>
              <a:t>          The analysis helps potential buyers understand market trends, compare options effectively, and make cost-efficient purchasing decisions. Additionally, the dashboard provides a user-friendly interface for exploring pricing patterns.</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a:lstStyle/>
          <a:p>
            <a:r>
              <a:rPr lang="en-IN" b="1" dirty="0"/>
              <a:t>Cars24 – </a:t>
            </a:r>
            <a:r>
              <a:rPr lang="en-IN" b="1" u="sng" dirty="0">
                <a:hlinkClick r:id="rId2"/>
              </a:rPr>
              <a:t>https://www.cars24.com</a:t>
            </a:r>
            <a:endParaRPr lang="en-IN" dirty="0"/>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628040-41C4-3CF1-8136-8E0B2A362685}"/>
              </a:ext>
            </a:extLst>
          </p:cNvPr>
          <p:cNvSpPr>
            <a:spLocks noGrp="1"/>
          </p:cNvSpPr>
          <p:nvPr>
            <p:ph idx="1"/>
          </p:nvPr>
        </p:nvSpPr>
        <p:spPr>
          <a:xfrm>
            <a:off x="3331028" y="2547257"/>
            <a:ext cx="2264229" cy="685800"/>
          </a:xfrm>
        </p:spPr>
        <p:txBody>
          <a:bodyPr>
            <a:normAutofit/>
          </a:bodyPr>
          <a:lstStyle/>
          <a:p>
            <a:pPr marL="0" indent="0">
              <a:buNone/>
            </a:pPr>
            <a:r>
              <a:rPr lang="en-US" sz="3600" dirty="0">
                <a:latin typeface="Times New Roman" panose="02020603050405020304" pitchFamily="18" charset="0"/>
                <a:cs typeface="Times New Roman" panose="02020603050405020304" pitchFamily="18" charset="0"/>
              </a:rPr>
              <a:t>Thank You</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653207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125</TotalTime>
  <Words>549</Words>
  <Application>Microsoft Office PowerPoint</Application>
  <PresentationFormat>On-screen Show (4:3)</PresentationFormat>
  <Paragraphs>71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Times New Roman</vt:lpstr>
      <vt:lpstr>Trebuchet MS</vt:lpstr>
      <vt:lpstr>Wingdings 3</vt:lpstr>
      <vt:lpstr>Facet</vt:lpstr>
      <vt:lpstr>Used Cars Price Analysis</vt:lpstr>
      <vt:lpstr>Introduction</vt:lpstr>
      <vt:lpstr>Problem Statement</vt:lpstr>
      <vt:lpstr>Objectives</vt:lpstr>
      <vt:lpstr>Methodology</vt:lpstr>
      <vt:lpstr>Data Collection From Web </vt:lpstr>
      <vt:lpstr>Data Cleaning and EDA</vt:lpstr>
      <vt:lpstr>Data Visualization</vt:lpstr>
      <vt:lpstr>Dashboard</vt:lpstr>
      <vt:lpstr>Key Findings</vt:lpstr>
      <vt:lpstr>Key Insights</vt:lpstr>
      <vt:lpstr>Challenges Faced</vt:lpstr>
      <vt:lpstr>Conclusion</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Rudra Ashwini</dc:creator>
  <cp:keywords/>
  <dc:description>generated using python-pptx</dc:description>
  <cp:lastModifiedBy>Rudra Ashwini</cp:lastModifiedBy>
  <cp:revision>4</cp:revision>
  <dcterms:created xsi:type="dcterms:W3CDTF">2013-01-27T09:14:16Z</dcterms:created>
  <dcterms:modified xsi:type="dcterms:W3CDTF">2026-02-05T10:37:49Z</dcterms:modified>
  <cp:category/>
</cp:coreProperties>
</file>